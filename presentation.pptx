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2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F85867A-6F94-ECDE-AF0E-D0A35B5B1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B00AB316-2872-8B43-1FF9-4B7C65AC0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614B734-0544-88C5-839E-AC9A09875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8445-7D26-4B83-9FE9-1C98CF4B1BFB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DCB4792-0664-C45A-0126-E4B981C9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895B75C-11DC-7F33-1D5E-AD184BCB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96DD5-4ACC-457C-AD8A-C66AC1599D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5180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7DA883D-99D1-A41B-DFD9-6BA5FF752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BE6ECC5-23F5-9D9D-22C2-00B605FA7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DE87C68-D547-92EA-7928-BD6E6A389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8445-7D26-4B83-9FE9-1C98CF4B1BFB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1D14960-31EA-3FB2-FBD5-28167C950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720EABE-BCD7-43B6-70AE-E70CB7053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96DD5-4ACC-457C-AD8A-C66AC1599D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5548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AAEC2A5-EAF4-8A9B-A633-70AE39ED8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59AD38CA-030A-7992-E865-2D0B925B1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EC52836-B008-4F83-B36D-A5E7C1F6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8445-7D26-4B83-9FE9-1C98CF4B1BFB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6853C1A-7E46-297B-C64E-582F3E262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A927866-9094-0F3F-8FAF-A3A92500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96DD5-4ACC-457C-AD8A-C66AC1599D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11737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65651DE-3EF1-47A5-D77B-A1779D9B3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B8B2348-2DFE-4686-EFB8-926175E06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917F9BFE-F3F3-ADDB-679A-E02CA2337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E5E89709-8BFD-ED20-CF02-F9CCBDE6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8445-7D26-4B83-9FE9-1C98CF4B1BFB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50BA8F7E-3D78-9B46-5D7D-1A1A6A699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90EDA06-4D50-D693-9A39-2524F82A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96DD5-4ACC-457C-AD8A-C66AC1599D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59549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796D429-9965-9BD9-0F76-6A4D3B5A7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CA76881-1266-3AFF-BD8E-C5809D4E0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FFD1E59C-FAAA-2E3B-2C86-F6EB2537B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CE56199E-BEC2-A554-CA60-183E02EE9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5E8EA5DB-C7D1-4526-C301-FC9998ADF3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8B5F55FC-3177-2FD5-2407-DB75E40D2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8445-7D26-4B83-9FE9-1C98CF4B1BFB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CD870CD9-DC3F-C940-FC44-A616A9A31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18824E58-58F6-6401-25A8-63F861B35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96DD5-4ACC-457C-AD8A-C66AC1599D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22879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70C3347-6BF9-6614-4740-AB06F672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C669565-3516-540F-013F-2C04BC411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8445-7D26-4B83-9FE9-1C98CF4B1BFB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65B4F30-1FC7-D745-10A3-E11C93E04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051262C4-2BC5-0A56-F876-776C24553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96DD5-4ACC-457C-AD8A-C66AC1599D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68632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FB8E293E-CA10-EC18-75C5-7195BA454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8445-7D26-4B83-9FE9-1C98CF4B1BFB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AB9F1513-B107-DEE6-7F33-0F4CDD66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D56352B-85F0-5BB1-7BC1-13C12560A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96DD5-4ACC-457C-AD8A-C66AC1599D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94679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1480DBC-E2A7-4C21-0DB5-0B78D3A03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A306BDC-FBE1-F7AD-051E-56417E352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AA4FCCFB-BD43-60D9-B10C-5C52857E2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F0646A43-5163-E02F-6AF8-6CF60CF00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8445-7D26-4B83-9FE9-1C98CF4B1BFB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0061E3F1-97A3-512F-CA8A-9CD5FA6C1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6B29AB9F-3E4B-0347-8945-3741514A9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96DD5-4ACC-457C-AD8A-C66AC1599D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2970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2B34B6B-EC49-5B5C-98F2-256418F11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24ECE6C5-8B5D-8210-01BE-7DD8EEA0CE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BE07D275-D225-2E33-EF7F-E95283EFB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49DAE476-5D1C-3DDE-1941-85FFE1114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8445-7D26-4B83-9FE9-1C98CF4B1BFB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A08BBCF-97CD-4FE2-9EA9-7495C8893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C37B113F-00D2-CD95-2BEC-D265DFE38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96DD5-4ACC-457C-AD8A-C66AC1599D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79854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4334CD5-3C0F-E109-62A7-1C2574C7A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F05BABB6-D3AF-66C7-8535-C6FE04DA5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D66935-EE66-ED71-DBC5-8F45B48F6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8445-7D26-4B83-9FE9-1C98CF4B1BFB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08A180E-72B5-D105-C95B-B11497FEC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DFA170D-FBFB-0186-43A2-FCAA53503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96DD5-4ACC-457C-AD8A-C66AC1599D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22332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D7C09F68-A53A-3E28-76F1-5095A996E5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587B60C8-E7C2-0B32-6CC1-4F73732DB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E0EB41B-7529-A133-D823-90D59DF8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8445-7D26-4B83-9FE9-1C98CF4B1BFB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A27D06E-5028-9EA2-E369-C58D44C87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96BAF18-9689-4B60-F042-AB8F951B7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96DD5-4ACC-457C-AD8A-C66AC1599D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08944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52E0E394-6838-23F3-6664-A30492709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457A62E-347A-AFD4-D6AC-BD1715D43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2C145D1-93CD-088E-1D42-F77EABA02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48445-7D26-4B83-9FE9-1C98CF4B1BFB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A3944B6-5E17-C93C-FF9E-34C350309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40D0D48-FE5D-86C5-AA79-42FAF5B18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96DD5-4ACC-457C-AD8A-C66AC1599D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46348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115DE8D-5201-55DB-18E3-6436687371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2374AE53-F04D-3783-0241-9732A35E21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FC54983A-3BE6-5AFB-40A3-5AD3F3450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685794"/>
            <a:ext cx="10972822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691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1B3BE62-270F-8FA7-D619-D1B999F9F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5" name="Platshållare för innehåll 4">
            <a:extLst>
              <a:ext uri="{FF2B5EF4-FFF2-40B4-BE49-F238E27FC236}">
                <a16:creationId xmlns:a16="http://schemas.microsoft.com/office/drawing/2014/main" id="{5E29B44D-8629-0EE9-1458-DEA399A7F8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0670"/>
            <a:ext cx="10515600" cy="410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411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2477643-46BB-26E1-9059-181F926D7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5" name="Platshållare för innehåll 4">
            <a:extLst>
              <a:ext uri="{FF2B5EF4-FFF2-40B4-BE49-F238E27FC236}">
                <a16:creationId xmlns:a16="http://schemas.microsoft.com/office/drawing/2014/main" id="{2FD6F23D-5ED2-0DBA-8257-2039099DF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0670"/>
            <a:ext cx="10515600" cy="410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186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85359BF-9E3A-4F6E-E426-3F0DA7773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5" name="Platshållare för innehåll 4">
            <a:extLst>
              <a:ext uri="{FF2B5EF4-FFF2-40B4-BE49-F238E27FC236}">
                <a16:creationId xmlns:a16="http://schemas.microsoft.com/office/drawing/2014/main" id="{DB6F15D9-CE90-256F-50E3-44E6B44612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88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0CDC45C-A67B-4D10-02E5-6F2EC4BD4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5" name="Platshållare för innehåll 4">
            <a:extLst>
              <a:ext uri="{FF2B5EF4-FFF2-40B4-BE49-F238E27FC236}">
                <a16:creationId xmlns:a16="http://schemas.microsoft.com/office/drawing/2014/main" id="{CC585E53-3F81-377A-3FC6-3D7BC2475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68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778EBCA-69DD-66BD-2574-CF7ED4084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5" name="Platshållare för innehåll 4">
            <a:extLst>
              <a:ext uri="{FF2B5EF4-FFF2-40B4-BE49-F238E27FC236}">
                <a16:creationId xmlns:a16="http://schemas.microsoft.com/office/drawing/2014/main" id="{D1E423BB-F215-516F-45F7-28A2D4E1E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0670"/>
            <a:ext cx="10515600" cy="410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960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F55383A-A2A6-E920-FF68-E8457401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5" name="Platshållare för innehåll 4">
            <a:extLst>
              <a:ext uri="{FF2B5EF4-FFF2-40B4-BE49-F238E27FC236}">
                <a16:creationId xmlns:a16="http://schemas.microsoft.com/office/drawing/2014/main" id="{DCA8DDFA-D17B-9485-69FD-E94560E85C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885" y="1825625"/>
            <a:ext cx="725222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11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B60A437-F3CD-C46A-C917-A14486508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A394CD2-2AF6-4D59-F706-695288125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46700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Bredbild</PresentationFormat>
  <Paragraphs>0</Paragraphs>
  <Slides>8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Office-tema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Broms</dc:creator>
  <cp:lastModifiedBy>Erik Broms</cp:lastModifiedBy>
  <cp:revision>1</cp:revision>
  <dcterms:created xsi:type="dcterms:W3CDTF">2026-04-23T15:19:54Z</dcterms:created>
  <dcterms:modified xsi:type="dcterms:W3CDTF">2026-04-23T15:22:29Z</dcterms:modified>
</cp:coreProperties>
</file>